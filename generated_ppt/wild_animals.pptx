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8412480" cy="164592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defRPr b="1" sz="4600"/>
            </a:pPr>
            <a:r>
              <a:t>Introduction to Wild Animals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057400"/>
            <a:ext cx="6949440" cy="6350"/>
          </a:xfrm>
          <a:prstGeom prst="rect">
            <a:avLst/>
          </a:prstGeom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/>
            </a:pPr>
            <a:r>
              <a:t>Wild animals are an integral part of our ecosystem, playing a crucial role in maintaining the balance of nature. These animals have adapted to survive in various environments, from the freezing tundra to the scorching deserts...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Types of Wild Animals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Mammals, such as lions, elephants, and bears, are a diverse group of wild animals that can be found in different parts of the world.</a:t>
            </a:r>
          </a:p>
          <a:p>
            <a:pPr>
              <a:defRPr sz="1600"/>
            </a:pPr>
            <a:r>
              <a:t>• Birds, including eagles, parrots, and penguins, are another category of wild animals that are known for their unique characteristics and abilities.</a:t>
            </a:r>
          </a:p>
          <a:p>
            <a:pPr>
              <a:defRPr sz="1600"/>
            </a:pPr>
            <a:r>
              <a:t>• Reptiles, like snakes, crocodiles, and turtles, are often misunderstood but play a vital role in the ecosystem.</a:t>
            </a:r>
          </a:p>
          <a:p>
            <a:pPr>
              <a:defRPr sz="1600"/>
            </a:pPr>
            <a:r>
              <a:t>• The classification of wild animals is crucial for understanding their behavior, habitat, and conservation status.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261358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600" b="1"/>
            </a:pPr>
            <a:r>
              <a:t>Habitat and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Wild animals can be found in various habitats, including forests, grasslands, deserts, and oceans.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The geographic distribution of wild animals is influenced by factors such as climate, food availability, and predation.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Human activities, like deforestation and pollution, have significantly impacted the habitats and distribution of wild animals.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Understanding the habitat and distribution of wild animals is essential for developing effective conservation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Adaptation and Survival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Wild animals have evolved unique adaptations to survive in their environments, such as camouflage, migration, and hibernation.</a:t>
            </a:r>
          </a:p>
          <a:p>
            <a:pPr>
              <a:defRPr sz="1600"/>
            </a:pPr>
            <a:r>
              <a:t>• These adaptations enable them to find food, avoid predators, and regulate their body temperature.</a:t>
            </a:r>
          </a:p>
          <a:p>
            <a:pPr>
              <a:defRPr sz="1600"/>
            </a:pPr>
            <a:r>
              <a:t>• The ability of wild animals to adapt to changing environments is crucial for their survival and the maintenance of ecosystem balance.</a:t>
            </a:r>
          </a:p>
          <a:p>
            <a:pPr>
              <a:defRPr sz="1600"/>
            </a:pPr>
            <a:r>
              <a:t>• Studying the adaptations of wild animals can provide valuable insights into the natural world and inspire innovative solutions.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Conservation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Many wild animals are facing threats to their survival, including habitat loss, poaching, and climate change.</a:t>
            </a:r>
          </a:p>
          <a:p>
            <a:pPr>
              <a:defRPr sz="1600"/>
            </a:pPr>
            <a:r>
              <a:t>• The conservation status of wild animals is often classified as endangered, vulnerable, or threatened, depending on the level of risk.</a:t>
            </a:r>
          </a:p>
          <a:p>
            <a:pPr>
              <a:defRPr sz="1600"/>
            </a:pPr>
            <a:r>
              <a:t>• Efforts to conserve wild animals, such as protected areas and anti-poaching laws, are essential for maintaining biodiversity.</a:t>
            </a:r>
          </a:p>
          <a:p>
            <a:pPr>
              <a:defRPr sz="1600"/>
            </a:pPr>
            <a:r>
              <a:t>• The conservation status of wild animals is a critical indicator of the health of our planet and requires immediate attention.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657600" cy="21374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600" b="1"/>
            </a:pPr>
            <a:r>
              <a:t>Endangered Species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Endangered species, like the giant panda, mountain gorilla, and blue whale, are at high risk of extinction due to human activities.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The loss of these species can have significant impacts on ecosystem function and human well-being.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Conservation efforts, such as captive breeding programs and habitat restoration, are necessary to protect endangered species.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The preservation of endangered species is a moral and ecological imperative that requires international cooperation.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600" b="1"/>
            </a:pPr>
            <a:r>
              <a:t>Threats to Wild Animals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Habitat destruction and fragmentation are major threats to wild animals, as they lead to population isolation and reduced resources.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Pollution, including plastic pollution, climate change, and noise pollution, can have devastating effects on wild animals and their habitats.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Human-wildlife conflict, such as poaching and crop damage, is a significant threat to wild animals and requires effective management strategies.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Addressing these threats is essential for the long-term survival of wild animals and the maintenance of ecosystem services.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600" b="1"/>
            </a:pPr>
            <a:r>
              <a:t>Human-Wildlife Conflict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Human-wildlife conflict arises when the interests of humans and wild animals clash, resulting in negative impacts on both parties.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Conflicts can occur due to competition for resources, such as food and water, or due to perceived threats, like attacks on livestock.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Effective management of human-wildlife conflict requires a comprehensive approach that considers the needs of both humans and wild animals.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Resolving human-wildlife conflict is crucial for promoting coexistence and reducing the risk of extinction.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Wildlife Conservation Efforts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Protected areas, such as national parks and wildlife reserves, provide a safe habitat for wild animals and help to maintain ecosystem balance.</a:t>
            </a:r>
          </a:p>
          <a:p>
            <a:pPr>
              <a:defRPr sz="1600"/>
            </a:pPr>
            <a:r>
              <a:t>• Conservation organizations, like the World Wildlife Fund, work to protect wild animals and their habitats through research, education, and advocacy.</a:t>
            </a:r>
          </a:p>
          <a:p>
            <a:pPr>
              <a:defRPr sz="1600"/>
            </a:pPr>
            <a:r>
              <a:t>• Community-based conservation initiatives, which involve local people in conservation efforts, can be effective in promoting the protection of wild animals.</a:t>
            </a:r>
          </a:p>
          <a:p>
            <a:pPr>
              <a:defRPr sz="1600"/>
            </a:pPr>
            <a:r>
              <a:t>• Collaborative conservation efforts are necessary to address the complex challenges facing wild animals and their habitats.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600" b="1"/>
            </a:pPr>
            <a:r>
              <a:t>Research and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Scientific research and monitoring are essential for understanding the behavior, ecology, and conservation status of wild animals.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Techniques such as camera trapping, satellite tracking, and genetic analysis provide valuable insights into the lives of wild animals.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Long-term monitoring of wild animal populations helps to identify trends and patterns, informing effective conservation strategies.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The application of research and monitoring results can significantly improve the management and conservation of wild animals.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Education and Awareness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Education and awareness are critical components of wild animal conservation, as they promote a culture of appreciation and respect.</a:t>
            </a:r>
          </a:p>
          <a:p>
            <a:pPr>
              <a:defRPr sz="1600"/>
            </a:pPr>
            <a:r>
              <a:t>• Educational programs, such as wildlife workshops and conservation camps, can inspire people to take action and make a positive impact.</a:t>
            </a:r>
          </a:p>
          <a:p>
            <a:pPr>
              <a:defRPr sz="1600"/>
            </a:pPr>
            <a:r>
              <a:t>• Raising awareness about the importance of wild animals and the threats they face can motivate individuals to support conservation efforts.</a:t>
            </a:r>
          </a:p>
          <a:p>
            <a:pPr>
              <a:defRPr sz="1600"/>
            </a:pPr>
            <a:r>
              <a:t>• Empowering people with knowledge and inspiring them to care about wild animals can lead to a significant increase in conservation efforts.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657600" cy="2433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600" b="1"/>
            </a:pPr>
            <a:r>
              <a:t>Community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Community engagement is vital for the success of wild animal conservation efforts, as it fosters a sense of ownership and responsibility.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Involving local communities in conservation initiatives can help to address human-wildlife conflict and promote coexistence.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Supporting community-based conservation projects can provide economic benefits and improve livelihoods, while also protecting wild animals and their habitats.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Community engagement is essential for building a strong foundation for long-term conservation success.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600" b="1"/>
            </a:pPr>
            <a:r>
              <a:t>Policy and Legislation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Effective policy and legislation are necessary for protecting wild animals and their habitats, as they provide a framework for conservation efforts.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Laws and regulations, such as the Endangered Species Act, can help to prevent habitat destruction, reduce pollution, and combat wildlife trafficking.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International cooperation and agreements, like the Convention on International Trade in Endangered Species of Wild Fauna and Flora, are crucial for addressing global conservation challenges.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The development and implementation of conservation policies and laws require a collaborative effort from governments, organizations, and individuals.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Wild animals are a vital component of our planet's ecosystem, and their conservation is essential for maintaining biodiversity and ecosystem services.</a:t>
            </a:r>
          </a:p>
          <a:p>
            <a:pPr>
              <a:defRPr sz="1600"/>
            </a:pPr>
            <a:r>
              <a:t>• Addressing the challenges facing wild animals requires a comprehensive approach that involves research, conservation, education, and community engagement.</a:t>
            </a:r>
          </a:p>
          <a:p>
            <a:pPr>
              <a:defRPr sz="1600"/>
            </a:pPr>
            <a:r>
              <a:t>• By working together, we can protect wild animals, preserve their habitats, and ensure the long-term health of our planet.</a:t>
            </a:r>
          </a:p>
          <a:p>
            <a:pPr>
              <a:defRPr sz="1600"/>
            </a:pPr>
            <a:r>
              <a:t>• The future of wild animals depends on our ability to take action and make a positive impact on their lives and habitats.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3657600" cy="30898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600" b="1"/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We must take immediate action to protect wild animals and their habitats, as the consequences of inaction will be severe and far-reaching.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Individuals, organizations, and governments must work together to address the complex challenges facing wild animals.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By supporting conservation efforts, reducing our environmental impact, and promoting coexistence with wild animals, we can make a significant difference.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000"/>
            </a:pPr>
            <a:r>
              <a:t>• The time to act is now, and our collective efforts can help to ensure the survival of wild animals and the preservation of ecosystem balance.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6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